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46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1"/>
    <p:sldId id="258" r:id="rId22"/>
    <p:sldId id="259" r:id="rId23"/>
    <p:sldId id="260" r:id="rId24"/>
    <p:sldId id="261" r:id="rId25"/>
    <p:sldId id="262" r:id="rId26"/>
    <p:sldId id="266" r:id="rId27"/>
    <p:sldId id="263" r:id="rId28"/>
    <p:sldId id="264" r:id="rId29"/>
    <p:sldId id="265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viewProps" Target="viewProps.xml"></Relationship><Relationship Id="rId3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fImage325649441.png"></Relationship><Relationship Id="rId3" Type="http://schemas.openxmlformats.org/officeDocument/2006/relationships/image" Target="../media/fImage90109958467.png"></Relationship><Relationship Id="rId4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fImage33219996334.png"></Relationship><Relationship Id="rId3" Type="http://schemas.openxmlformats.org/officeDocument/2006/relationships/image" Target="../media/fImage259171006500.png"></Relationship><Relationship Id="rId4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fImage626731069169.png"></Relationship><Relationship Id="rId3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3" Type="http://schemas.openxmlformats.org/officeDocument/2006/relationships/image" Target="../media/fImage7282212841.png"></Relationship><Relationship Id="rId4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fImage3536741278467.png"></Relationship><Relationship Id="rId4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fImage189967556334.png"></Relationship><Relationship Id="rId2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81731266500.png"></Relationship><Relationship Id="rId3" Type="http://schemas.openxmlformats.org/officeDocument/2006/relationships/image" Target="../media/fImage384151259169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image" Target="../media/fImage138298585724.png"></Relationship><Relationship Id="rId2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image" Target="../media/fImage69701611478.png"></Relationship><Relationship Id="rId2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image" Target="../media/fImage700281369358.png"></Relationship><Relationship Id="rId2" Type="http://schemas.openxmlformats.org/officeDocument/2006/relationships/image" Target="../media/fImage654071356962.png"></Relationship><Relationship Id="rId3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서버 </a:t>
            </a:r>
            <a:r>
              <a:rPr lang="ko-KR" altLang="en-US"/>
              <a:t>프로그</a:t>
            </a:r>
            <a:r>
              <a:rPr lang="ko-KR" altLang="en-US"/>
              <a:t>램 </a:t>
            </a:r>
            <a:r>
              <a:rPr lang="ko-KR" altLang="en-US"/>
              <a:t>구</a:t>
            </a:r>
            <a:r>
              <a:rPr lang="ko-KR" altLang="en-US"/>
              <a:t>현</a:t>
            </a:r>
            <a:endParaRPr lang="ko-KR" altLang="en-US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4368800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 sz="4000"/>
              <a:t>강은하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[문제1] 프로젝트를 생성하고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	 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초기 페이지의 설정을 /로 설정하여</a:t>
            </a:r>
            <a:r>
              <a:rPr lang="ko-KR"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index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페이지를 출력하세요.</a:t>
            </a:r>
            <a:endParaRPr lang="ko-KR" altLang="en-US" sz="2400"/>
          </a:p>
        </p:txBody>
      </p:sp>
      <p:pic>
        <p:nvPicPr>
          <p:cNvPr id="3" name="내용 개체 틀 2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59715" y="2686685"/>
            <a:ext cx="5833745" cy="3550285"/>
          </a:xfrm>
          <a:prstGeom prst="rect"/>
          <a:noFill/>
        </p:spPr>
      </p:pic>
      <p:pic>
        <p:nvPicPr>
          <p:cNvPr id="4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74130" y="1684655"/>
            <a:ext cx="5408930" cy="45650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[문제2] Oracle에서 사용하는 데이터베이스와 Tomcat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서버를 연동하세요.</a:t>
            </a:r>
            <a:endParaRPr lang="ko-KR" altLang="en-US" sz="2400"/>
          </a:p>
        </p:txBody>
      </p:sp>
      <p:pic>
        <p:nvPicPr>
          <p:cNvPr id="3" name="내용 개체 틀 2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41020" y="1691005"/>
            <a:ext cx="5391150" cy="3515360"/>
          </a:xfrm>
          <a:prstGeom prst="rect"/>
          <a:noFill/>
        </p:spPr>
      </p:pic>
      <p:pic>
        <p:nvPicPr>
          <p:cNvPr id="4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43700" y="1695450"/>
            <a:ext cx="4763135" cy="2391410"/>
          </a:xfrm>
          <a:prstGeom prst="rect"/>
          <a:noFill/>
        </p:spPr>
      </p:pic>
      <p:sp>
        <p:nvSpPr>
          <p:cNvPr id="5" name="텍스트 상자 3"/>
          <p:cNvSpPr txBox="1">
            <a:spLocks/>
          </p:cNvSpPr>
          <p:nvPr/>
        </p:nvSpPr>
        <p:spPr>
          <a:xfrm rot="0">
            <a:off x="2169795" y="5749925"/>
            <a:ext cx="2128520" cy="52387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hangingPunct="1"/>
            <a:r>
              <a:rPr sz="2000">
                <a:latin typeface="맑은 고딕" charset="0"/>
                <a:ea typeface="맑은 고딕" charset="0"/>
                <a:sym typeface="맑은 고딕" charset="0"/>
              </a:rPr>
              <a:t>server.xml 설정</a:t>
            </a:r>
            <a:r>
              <a:rPr sz="2800">
                <a:latin typeface="맑은 고딕" charset="0"/>
                <a:ea typeface="맑은 고딕" charset="0"/>
                <a:sym typeface="맑은 고딕" charset="0"/>
              </a:rPr>
              <a:t> 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텍스트 상자 4"/>
          <p:cNvSpPr txBox="1">
            <a:spLocks/>
          </p:cNvSpPr>
          <p:nvPr/>
        </p:nvSpPr>
        <p:spPr>
          <a:xfrm rot="0">
            <a:off x="7976870" y="5809615"/>
            <a:ext cx="2296795" cy="4006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hangingPunct="1"/>
            <a:r>
              <a:rPr lang="ko-KR" sz="2000">
                <a:latin typeface="맑은 고딕" charset="0"/>
                <a:ea typeface="맑은 고딕" charset="0"/>
              </a:rPr>
              <a:t>C</a:t>
            </a:r>
            <a:r>
              <a:rPr lang="ko-KR" sz="2000">
                <a:latin typeface="맑은 고딕" charset="0"/>
                <a:ea typeface="맑은 고딕" charset="0"/>
              </a:rPr>
              <a:t>onte</a:t>
            </a:r>
            <a:r>
              <a:rPr lang="ko-KR" sz="2000">
                <a:latin typeface="맑은 고딕" charset="0"/>
                <a:ea typeface="맑은 고딕" charset="0"/>
              </a:rPr>
              <a:t>x</a:t>
            </a:r>
            <a:r>
              <a:rPr lang="ko-KR" sz="2000">
                <a:latin typeface="맑은 고딕" charset="0"/>
                <a:ea typeface="맑은 고딕" charset="0"/>
              </a:rPr>
              <a:t>t.xml 설</a:t>
            </a:r>
            <a:r>
              <a:rPr lang="ko-KR" sz="2000">
                <a:latin typeface="맑은 고딕" charset="0"/>
                <a:ea typeface="맑은 고딕" charset="0"/>
              </a:rPr>
              <a:t>정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[문제3] 회원 테이블을 구현하세요.</a:t>
            </a:r>
            <a:endParaRPr lang="ko-KR" altLang="en-US" sz="2400"/>
          </a:p>
        </p:txBody>
      </p:sp>
      <p:pic>
        <p:nvPicPr>
          <p:cNvPr id="3" name="내용 개체 틀 2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586990" y="1691005"/>
            <a:ext cx="701865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[문제4] 데이터 테이블을 구현하세요.</a:t>
            </a:r>
            <a:endParaRPr lang="ko-KR" altLang="en-US" sz="2400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3870960" y="2365375"/>
            <a:ext cx="3961130" cy="381317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/>
          </a:p>
        </p:txBody>
      </p:sp>
      <p:pic>
        <p:nvPicPr>
          <p:cNvPr id="4" name="그림 2" descr="C:/Users/it/AppData/Roaming/PolarisOffice/ETemp/5592_15799096/fImage728221284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34895" y="1558925"/>
            <a:ext cx="7513320" cy="50749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[문제5] index 파일을 Tomcat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서버에서 실행할 수 있도록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	 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JSP파일로 수정 및 출력하세요.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5592_15799096/fImage3536741278467.png"/>
          <p:cNvPicPr>
            <a:picLocks noChangeAspect="1"/>
          </p:cNvPicPr>
          <p:nvPr>
            <p:ph type="obj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021080" y="1487170"/>
            <a:ext cx="10153015" cy="527367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[문제6] join 파일을 JSP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파일로 수정하여 회원가입 실행 시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	</a:t>
            </a:r>
            <a:r>
              <a:rPr lang="ko-KR"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회원 테이블에 회원 데이터가 저장되도록 구현하세요.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5592_15799096/fImage189967556334.png"/>
          <p:cNvPicPr>
            <a:picLocks noChangeAspect="1"/>
          </p:cNvPicPr>
          <p:nvPr>
            <p:ph type="obj"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718945" y="1513840"/>
            <a:ext cx="8756015" cy="52381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 txBox="1">
            <a:spLocks noGrp="1"/>
          </p:cNvSpPr>
          <p:nvPr>
            <p:ph type="title"/>
          </p:nvPr>
        </p:nvSpPr>
        <p:spPr>
          <a:xfrm rot="0">
            <a:off x="2286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4" name="그림 1" descr="C:/Users/it/AppData/Roaming/PolarisOffice/ETemp/5592_15799096/fImage6817312665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29895" y="367665"/>
            <a:ext cx="7529830" cy="5729605"/>
          </a:xfrm>
          <a:prstGeom prst="rect"/>
          <a:noFill/>
        </p:spPr>
      </p:pic>
      <p:pic>
        <p:nvPicPr>
          <p:cNvPr id="3" name="내용 개체 틀 2" descr="C:/Users/it/AppData/Roaming/PolarisOffice/ETemp/5592_15799096/fImage384151259169.png"/>
          <p:cNvPicPr>
            <a:picLocks noChangeAspect="1"/>
          </p:cNvPicPr>
          <p:nvPr>
            <p:ph type="obj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5793105" y="3225800"/>
            <a:ext cx="5838190" cy="23120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[문제7] login 파일을 이용하여 로그인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시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	 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session에 로그인 데이터를 저장하도록 구현하세요.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5592_15799096/fImage138298585724.png"/>
          <p:cNvPicPr>
            <a:picLocks noChangeAspect="1"/>
          </p:cNvPicPr>
          <p:nvPr>
            <p:ph type="obj"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" b="6791"/>
          <a:stretch>
            <a:fillRect/>
          </a:stretch>
        </p:blipFill>
        <p:spPr>
          <a:xfrm rot="0">
            <a:off x="2628265" y="1532255"/>
            <a:ext cx="6932930" cy="51879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[문제8] logout 실행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시 세션의 데이터가 삭제되도록 구현세요.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5592_15799096/fImage69701611478.png"/>
          <p:cNvPicPr>
            <a:picLocks noChangeAspect="1"/>
          </p:cNvPicPr>
          <p:nvPr>
            <p:ph type="obj"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"/>
          <a:stretch>
            <a:fillRect/>
          </a:stretch>
        </p:blipFill>
        <p:spPr>
          <a:xfrm rot="0">
            <a:off x="1300480" y="1854835"/>
            <a:ext cx="9591675" cy="43237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sz="24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[문제9] 데이터 테이블의 내용을 출력하는 페이지를 구현하세요.</a:t>
            </a:r>
            <a:endParaRPr lang="ko-KR" altLang="en-US" sz="2400"/>
          </a:p>
        </p:txBody>
      </p:sp>
      <p:pic>
        <p:nvPicPr>
          <p:cNvPr id="3" name="내용 개체 틀 2" descr="C:/Users/it/AppData/Roaming/PolarisOffice/ETemp/5592_15799096/fImage700281369358.png"/>
          <p:cNvPicPr>
            <a:picLocks noChangeAspect="1"/>
          </p:cNvPicPr>
          <p:nvPr>
            <p:ph type="obj"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6450965" y="1592580"/>
            <a:ext cx="5293995" cy="4352925"/>
          </a:xfrm>
          <a:prstGeom prst="rect"/>
          <a:noFill/>
        </p:spPr>
      </p:pic>
      <p:pic>
        <p:nvPicPr>
          <p:cNvPr id="4" name="그림 3" descr="C:/Users/it/AppData/Roaming/PolarisOffice/ETemp/5592_15799096/fImage65407135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7500" y="1594485"/>
            <a:ext cx="5516245" cy="38061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mojonion</dc:creator>
  <cp:lastModifiedBy>mojonion</cp:lastModifiedBy>
  <dc:title>PowerPoint 프레젠테이션</dc:title>
  <cp:version>10.105.286.56066</cp:version>
</cp:coreProperties>
</file>