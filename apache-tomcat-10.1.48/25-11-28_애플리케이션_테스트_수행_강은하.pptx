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9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1" Type="http://schemas.openxmlformats.org/officeDocument/2006/relationships/viewProps" Target="viewProps.xml"></Relationship><Relationship Id="rId3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92389441.png"></Relationship><Relationship Id="rId3" Type="http://schemas.openxmlformats.org/officeDocument/2006/relationships/image" Target="../media/fImage255421318467.pn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2747986334.pn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82451026500.pn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14221069169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99801105724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73061141478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080881189358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79501226962.png"></Relationship><Relationship Id="rId3" Type="http://schemas.openxmlformats.org/officeDocument/2006/relationships/image" Target="../media/fImage614711324464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53051265705.png"></Relationship><Relationship Id="rId3" Type="http://schemas.openxmlformats.org/officeDocument/2006/relationships/image" Target="../media/fImage852581338145.pn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17311303281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애플리케이션 </a:t>
            </a:r>
            <a:r>
              <a:rPr lang="ko-KR" altLang="en-US"/>
              <a:t>테</a:t>
            </a:r>
            <a:r>
              <a:rPr lang="ko-KR" altLang="en-US"/>
              <a:t>스트 </a:t>
            </a:r>
            <a:r>
              <a:rPr lang="ko-KR" altLang="en-US"/>
              <a:t>수</a:t>
            </a:r>
            <a:r>
              <a:rPr lang="ko-KR" altLang="en-US"/>
              <a:t>행</a:t>
            </a:r>
            <a:endParaRPr lang="ko-KR" altLang="en-US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4451350"/>
            <a:ext cx="9144635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 sz="4000"/>
              <a:t>강은하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8826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[문제1] 이클립스에서 프로젝트의 war파일을 생성한다.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792389441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38200" y="1428750"/>
            <a:ext cx="5258435" cy="4351655"/>
          </a:xfrm>
          <a:prstGeom prst="rect"/>
          <a:noFill/>
        </p:spPr>
      </p:pic>
      <p:pic>
        <p:nvPicPr>
          <p:cNvPr id="4" name="그림 1" descr="C:/Users/it/AppData/Roaming/PolarisOffice/ETemp/11568_13760904/fImage25542131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91580" y="1405255"/>
            <a:ext cx="5058410" cy="42392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10807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[문제2] Tomcat에서 프로젝트가 컨텍스트 루트에서</a:t>
            </a:r>
            <a:r>
              <a:rPr lang="ko-KR" sz="2400"/>
              <a:t> </a:t>
            </a:r>
            <a:r>
              <a:rPr sz="2400"/>
              <a:t>실행되도록</a:t>
            </a:r>
            <a:r>
              <a:rPr sz="2400"/>
              <a:t/>
            </a:r>
            <a:br>
              <a:rPr sz="2400"/>
            </a:br>
            <a:r>
              <a:rPr sz="2400"/>
              <a:t>	  </a:t>
            </a:r>
            <a:r>
              <a:rPr sz="2400"/>
              <a:t>war파일을 저장한다.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62747986334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185670" y="1245870"/>
            <a:ext cx="7686675" cy="52463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8826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[문제3] Tomcat의 server.xml파일에 DB접속 설정을 작성한다.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1182451026500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101340" y="876300"/>
            <a:ext cx="5990590" cy="57118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8826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[문제4] Tomcat의 context.xml파일에 DB접속 설정을 작성한다. 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1014221069169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011805" y="876300"/>
            <a:ext cx="6176010" cy="56686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10807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[문제5] Tomcat 실행</a:t>
            </a:r>
            <a:r>
              <a:rPr sz="2400"/>
              <a:t> </a:t>
            </a:r>
            <a:r>
              <a:rPr sz="2400"/>
              <a:t>시 한글이 깨지지 않도록 Regedit을 이용해 인코딩</a:t>
            </a:r>
            <a:r>
              <a:rPr sz="2400"/>
              <a:t/>
            </a:r>
            <a:br>
              <a:rPr sz="2400"/>
            </a:br>
            <a:r>
              <a:rPr sz="2400"/>
              <a:t>	  </a:t>
            </a:r>
            <a:r>
              <a:rPr sz="2400"/>
              <a:t>설정을 추가한다.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1699801105724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403985" y="1273175"/>
            <a:ext cx="9371965" cy="53282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10807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[문제6] Tomcat 실행시 로그가 깨지지 않도록 catalina.bat에 인코딩 설정을 </a:t>
            </a:r>
            <a:r>
              <a:rPr sz="2400"/>
              <a:t>	</a:t>
            </a:r>
            <a:r>
              <a:rPr lang="ko-KR" sz="2400"/>
              <a:t> </a:t>
            </a:r>
            <a:r>
              <a:rPr lang="ko-KR" sz="2400"/>
              <a:t> </a:t>
            </a:r>
            <a:r>
              <a:rPr sz="2400"/>
              <a:t>추가한다. 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573061141478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155825" y="1245870"/>
            <a:ext cx="7880985" cy="53968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10807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[문제7] Tomcat 실행 후 http://localhost:8080/으로 접속할 경우</a:t>
            </a:r>
            <a:r>
              <a:rPr sz="2400"/>
              <a:t/>
            </a:r>
            <a:br>
              <a:rPr sz="2400"/>
            </a:br>
            <a:r>
              <a:rPr sz="2400"/>
              <a:t>	  </a:t>
            </a:r>
            <a:r>
              <a:rPr sz="2400"/>
              <a:t>index페이지가 뜨는 것 을 확인한다.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3080881189358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026795" y="1314450"/>
            <a:ext cx="10146030" cy="52597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-4445"/>
            <a:ext cx="10516235" cy="8826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[문제8] Tourist 프로젝트의 회원가입이 정상적으로 실행되는지 확인한다. 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379501226962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40740" y="1250315"/>
            <a:ext cx="3912235" cy="4351655"/>
          </a:xfrm>
          <a:prstGeom prst="rect"/>
          <a:noFill/>
        </p:spPr>
      </p:pic>
      <p:pic>
        <p:nvPicPr>
          <p:cNvPr id="4" name="그림 2" descr="C:/Users/it/AppData/Roaming/PolarisOffice/ETemp/11568_13760904/fImage6147113244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187950" y="876300"/>
            <a:ext cx="6163310" cy="54349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0"/>
            <a:ext cx="10516235" cy="8826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[문제9] Tourist 프로젝트의 로그인이 정상적으로 실행되는지 확인한다. 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453051265705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33755" y="880745"/>
            <a:ext cx="4780280" cy="3733800"/>
          </a:xfrm>
          <a:prstGeom prst="rect"/>
          <a:noFill/>
        </p:spPr>
      </p:pic>
      <p:pic>
        <p:nvPicPr>
          <p:cNvPr id="4" name="그림 3" descr="C:/Users/it/AppData/Roaming/PolarisOffice/ETemp/11568_13760904/fImage85258133814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27370" y="2656205"/>
            <a:ext cx="5724525" cy="38474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0"/>
            <a:ext cx="10516235" cy="88392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/>
              <a:t>[문제10] Tourist 프로젝트의 로그아웃이</a:t>
            </a:r>
            <a:r>
              <a:rPr lang="ko-KR" sz="2400"/>
              <a:t> </a:t>
            </a:r>
            <a:r>
              <a:rPr sz="2400"/>
              <a:t>정상적으</a:t>
            </a:r>
            <a:r>
              <a:rPr lang="ko-KR" sz="2400"/>
              <a:t>로 </a:t>
            </a:r>
            <a:r>
              <a:rPr sz="2400"/>
              <a:t>실행되는지 확인한다. 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11568_13760904/fImage1117311303281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808605" y="1109345"/>
            <a:ext cx="6570980" cy="55473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mojonion</dc:creator>
  <cp:lastModifiedBy>mojonion</cp:lastModifiedBy>
  <dc:title>PowerPoint 프레젠테이션</dc:title>
  <cp:version>10.105.286.56066</cp:version>
</cp:coreProperties>
</file>